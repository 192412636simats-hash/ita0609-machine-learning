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and Hypothesis Representation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888" y="3767328"/>
            <a:ext cx="9162288" cy="3209544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P. Jeeva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 No: 192412636</a:t>
            </a:r>
          </a:p>
          <a:p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</a:t>
            </a:r>
            <a:r>
              <a:rPr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ITA0609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is a supervised machine learning technique that learns a target concept from labeled training examples.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objective is to build a model that can correctly classify unseen data.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learning process searches for the best hypothesis that represents the concept while minimizing classification errors.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is widely used in spam filtering, medical diagnosis, fraud detection and pattern recognition.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begins with a set of positive and negative training examples.</a:t>
            </a:r>
          </a:p>
          <a:p>
            <a:pPr algn="just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learner analyzes the examples to identify common patterns.</a:t>
            </a:r>
          </a:p>
          <a:p>
            <a:pPr algn="just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hypotheses and selects the one that best represents the target concept.</a:t>
            </a:r>
          </a:p>
          <a:p>
            <a:pPr algn="just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should correctly classify both existing and new examples.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reduces manual decision making by automatically discovering rules from data.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prediction accuracy and supports intelligent decision-making.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foundation of many supervised learning algorithms.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extract useful knowledge from large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hypothesis is a possible description of the target concept.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Hypotheses can be represented using IF–THEN rules, decision trees, logical expressions or attribute-value pairs.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hypothesis is evaluated against the training examples.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hypothesis has maximum accuracy and minimum classification error.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hypothesis is tested using the available training data.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hypotheses correctly classify all training examples.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hypotheses are removed from the hypothesis space.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such as accuracy, precision and recall help compare hypotheses.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General-to-Specific Ordering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starts with a very general hypothesis that accepts many examples.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more training examples are processed, incorrect hypotheses are specialized.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search gradually moves toward a more accurate and specific hypothesis.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reduces the hypothesis space efficiently.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Training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 examples indicate that an instance belongs to the target concept.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Negative examples indicate that an instance does not belong to the concept.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examples guide the refinement of hypotheses.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High-quality and diverse data improve model accuracy and generalization.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spam detection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speech classification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approval systems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systems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learning is a fundamental machine learning technique for building accurate classification models.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 representation and evaluation help identify the best concept.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General-to-specific ordering and training examples refine the learning process.</a:t>
            </a:r>
          </a:p>
          <a:p>
            <a:pPr algn="just">
              <a:lnSpc>
                <a:spcPct val="150000"/>
              </a:lnSpc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technique plays an important role in knowledge extraction and real-world AI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438</Words>
  <Application>Microsoft Office PowerPoint</Application>
  <PresentationFormat>On-screen Show (4:3)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Concept Learning and Hypothesis Representation</vt:lpstr>
      <vt:lpstr>Introduction</vt:lpstr>
      <vt:lpstr>Concept Learning Task</vt:lpstr>
      <vt:lpstr>Importance</vt:lpstr>
      <vt:lpstr>Hypothesis Representation</vt:lpstr>
      <vt:lpstr>Hypothesis Evaluation</vt:lpstr>
      <vt:lpstr>General-to-Specific Ordering</vt:lpstr>
      <vt:lpstr>Role of Training Examples</vt:lpstr>
      <vt:lpstr>Applications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pj581</dc:creator>
  <cp:keywords/>
  <dc:description>generated using python-pptx</dc:description>
  <cp:lastModifiedBy>pj5815961@gmail.com</cp:lastModifiedBy>
  <cp:revision>2</cp:revision>
  <dcterms:created xsi:type="dcterms:W3CDTF">2013-01-27T09:14:16Z</dcterms:created>
  <dcterms:modified xsi:type="dcterms:W3CDTF">2026-07-27T13:54:20Z</dcterms:modified>
  <cp:category/>
</cp:coreProperties>
</file>